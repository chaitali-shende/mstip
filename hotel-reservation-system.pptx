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19" r:id="rId6"/>
    <p:sldId id="318" r:id="rId7"/>
    <p:sldId id="322" r:id="rId8"/>
    <p:sldId id="321" r:id="rId9"/>
    <p:sldId id="32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574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5555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45" y="422787"/>
            <a:ext cx="11385755" cy="6312309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Chaitali Shende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Hotel Reservation System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: Java | Spring Boot | MySQL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04DF-AF3E-DF43-58B8-402FDBB65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163097"/>
            <a:ext cx="10360152" cy="5592097"/>
          </a:xfrm>
        </p:spPr>
        <p:txBody>
          <a:bodyPr/>
          <a:lstStyle/>
          <a:p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C898D-B4EF-3B8D-A61C-C39DD6655A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1689652"/>
            <a:ext cx="10813773" cy="5168347"/>
          </a:xfrm>
        </p:spPr>
        <p:txBody>
          <a:bodyPr>
            <a:normAutofit/>
          </a:bodyPr>
          <a:lstStyle/>
          <a:p>
            <a:endParaRPr lang="en-US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 system is a web-based application built using spring boot, spring data JPA,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hotel room bookings and reservations.</a:t>
            </a:r>
          </a:p>
          <a:p>
            <a:endParaRPr 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view available rooms, book rooms, manage customers, and track reservations while ensuring real-time room availability and reducing manual errors.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35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A365-D095-1099-9F0F-D0BC9E882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0" y="-735496"/>
            <a:ext cx="9981025" cy="7802218"/>
          </a:xfrm>
        </p:spPr>
        <p:txBody>
          <a:bodyPr/>
          <a:lstStyle/>
          <a:p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  <a:b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Java, Spring Boot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ORM: Spring Data JPA (Hibernate)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HTML, CSS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 Embedded Apache Tomcat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Tool: Maven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MVC (Model–View–Controller)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86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EEB8A-2A13-C595-D7C1-28AB989D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387350"/>
            <a:ext cx="10360152" cy="1073702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43DD-AA2D-EBF7-E31D-2EFD209D6D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38130" y="1958009"/>
            <a:ext cx="10360152" cy="4025348"/>
          </a:xfrm>
        </p:spPr>
        <p:txBody>
          <a:bodyPr>
            <a:normAutofit/>
          </a:bodyPr>
          <a:lstStyle/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Boot–based MVC architecture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availability handled in real time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 management with status tracking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 using Spring Data JPA &amp; MySQL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pages rendered using </a:t>
            </a:r>
            <a:r>
              <a:rPr lang="en-US" alt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alt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7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98AF-6602-82AD-7121-11C00D91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188844"/>
            <a:ext cx="10837230" cy="1063486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E3E689-0D4E-F5F0-BBD0-CAEA85946CB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902227" y="1615721"/>
            <a:ext cx="73152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– Handles HTTP requests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– Maps database tables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– Data access layer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Templates – UI using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 – Initial sample data loader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l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 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Handles Exceptions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68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5296-5CA3-DFF2-8512-AED249D1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56591"/>
            <a:ext cx="10360152" cy="805070"/>
          </a:xfrm>
        </p:spPr>
        <p:txBody>
          <a:bodyPr/>
          <a:lstStyle/>
          <a:p>
            <a:r>
              <a:rPr lang="en-IN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F7DBA-F47E-1C45-CC95-0EEBAC3E4B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3062" y="1938131"/>
            <a:ext cx="10098156" cy="4154555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hotel reservation system successfully automates room booking and reservation management using spring boot and </a:t>
            </a:r>
            <a:r>
              <a:rPr lang="en-US" sz="2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 user-friendly interface to manage rooms, customers, and reservations efficiently. </a:t>
            </a:r>
          </a:p>
          <a:p>
            <a:endParaRPr lang="en-US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real-time availability tracking, reduces manual effort, and demonstrates the practical use of full-stack java technologies in a real-world application.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168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{43C3191B-4BF7-4B5B-A4A5-EAF22CB6BDC1}tf11964407_win32</Template>
  <TotalTime>63</TotalTime>
  <Words>291</Words>
  <Application>Microsoft Office PowerPoint</Application>
  <PresentationFormat>Widescreen</PresentationFormat>
  <Paragraphs>38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Courier New</vt:lpstr>
      <vt:lpstr>Gill Sans Nova Light</vt:lpstr>
      <vt:lpstr>Sagona Book</vt:lpstr>
      <vt:lpstr>Times New Roman</vt:lpstr>
      <vt:lpstr>Wingdings</vt:lpstr>
      <vt:lpstr>Custom</vt:lpstr>
      <vt:lpstr>              Name : Chaitali Shende  Project Title : Hotel Reservation System  Technology : Java | Spring Boot | MySQL   </vt:lpstr>
      <vt:lpstr>               Project Overview   </vt:lpstr>
      <vt:lpstr>Technology Stack    Backend: Java, Spring Boot  ORM: Spring Data JPA (Hibernate)  Frontend: Thymeleaf, HTML, CSS  Database: MySQL  Web Server: Embedded Apache Tomcat  Build Tool: Maven  Architecture: MVC (Model–View–Controller) </vt:lpstr>
      <vt:lpstr>Features</vt:lpstr>
      <vt:lpstr>Project Structure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chaitali shende</dc:creator>
  <cp:lastModifiedBy>chaitali shende</cp:lastModifiedBy>
  <cp:revision>3</cp:revision>
  <dcterms:created xsi:type="dcterms:W3CDTF">2026-01-04T06:48:55Z</dcterms:created>
  <dcterms:modified xsi:type="dcterms:W3CDTF">2026-01-04T07:52:43Z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